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国家の体力は、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毎朝の習慣でできている。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—— では習慣は、何でできているのか。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この問いに、6人のAIが村人として暮らす小さな仮想の村で挑みました。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「仲間がいれば続く」という常識は、実験してみると意外な形で裏切られます。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DC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AIエージェント社会シミュレーションハッカソン Vol.2 ｜ 個人参加：田中健太（株式会社Kyomei）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" y="4526280"/>
            <a:ext cx="201168" cy="20116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4526280"/>
            <a:ext cx="201168" cy="20116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4526280"/>
            <a:ext cx="201168" cy="2011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9" name="Shape 7"/>
          <p:cNvSpPr/>
          <p:nvPr/>
        </p:nvSpPr>
        <p:spPr>
          <a:xfrm>
            <a:off x="1508760" y="4526280"/>
            <a:ext cx="201168" cy="201168"/>
          </a:xfrm>
          <a:prstGeom prst="rect">
            <a:avLst/>
          </a:prstGeom>
          <a:solidFill>
            <a:srgbClr val="B39DDB"/>
          </a:solidFill>
          <a:ln/>
        </p:spPr>
      </p:sp>
      <p:sp>
        <p:nvSpPr>
          <p:cNvPr id="10" name="Shape 8"/>
          <p:cNvSpPr/>
          <p:nvPr/>
        </p:nvSpPr>
        <p:spPr>
          <a:xfrm>
            <a:off x="1819656" y="4526280"/>
            <a:ext cx="201168" cy="201168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1" name="Shape 9"/>
          <p:cNvSpPr/>
          <p:nvPr/>
        </p:nvSpPr>
        <p:spPr>
          <a:xfrm>
            <a:off x="2130552" y="4526280"/>
            <a:ext cx="201168" cy="201168"/>
          </a:xfrm>
          <a:prstGeom prst="rect">
            <a:avLst/>
          </a:prstGeom>
          <a:solidFill>
            <a:srgbClr val="4DB6A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国民医療費: 厚生労働省「令和4年度 国民医療費の概況」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「続かない」は、個人の悩みであり、国家の問題でもある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習慣という最小の領域が、医療費・労働力という最大の領域につながっている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だれもが知っている悩み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36941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運動も、勉強も、家計簿も——「やったほうがいい」と分かっていて、続かない。国民医療費は年46.7兆円。続けられれば防げたはずの生活習慣の乱れは、その一部を確実に押し上げています。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だれもが信じている答え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3752" y="1645920"/>
            <a:ext cx="36941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「仲間がいれば続けられる」。多くのサービスや自己啓発書がそう約束しています。けれど——それは、実験で確かめられたことがあるでしょうか。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8321040" cy="1463040"/>
          </a:xfrm>
          <a:prstGeom prst="roundRect">
            <a:avLst>
              <a:gd name="adj" fmla="val 375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23697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人間では実験しにくい。だからAIの社会で試す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" y="3566160"/>
            <a:ext cx="7991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間で「仲間あり・なし」を厳密に比べるのは、時間もお金もかかるうえ、片方の集団から仲間を奪う実験は倫理的にも難しい。そこで、ChatGPTのようなAIに村人を演じさせた小さな社会をつくり、条件を変えて何度でもやり直せる実験場にしました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世界の完全な定義と「教えていないこと」の検証プログラムは、すべてGitHubで公開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舞台は「早起きランニング」のような小さな村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村人は6人のAI。ルールはたった3つ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村のルール（これがすべて）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36941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毎朝「やる」か「休む」かを選ぶ。やった日は必ず体力を消耗する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効果はすぐには出ない。何日か続けた人だけ、あとから回復力が上がる（村人には教えません）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数日サボると、積み上げた効果は崩れる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そして村には、全員が読めるチャットが1本あります。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347472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3602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7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いちばん大事な約束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76072" y="3931920"/>
            <a:ext cx="36941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「続けよう」「協力しよう」とは一言も教えません。教えたら、AIは言われた通りに演じるだけだからです。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023360" cy="3429000"/>
          </a:xfrm>
          <a:prstGeom prst="roundRect">
            <a:avLst>
              <a:gd name="adj" fmla="val 160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6人の村人（色は、この後の図と対応します）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28616" y="1664208"/>
            <a:ext cx="292608" cy="29260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ハル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50408" y="1664208"/>
            <a:ext cx="292608" cy="292608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/>
          <p:nvPr/>
        </p:nvSpPr>
        <p:spPr>
          <a:xfrm>
            <a:off x="5422392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ミナ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1664208"/>
            <a:ext cx="292608" cy="292608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6044184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ケイ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93992" y="1664208"/>
            <a:ext cx="292608" cy="292608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0" name="Text 18"/>
          <p:cNvSpPr/>
          <p:nvPr/>
        </p:nvSpPr>
        <p:spPr>
          <a:xfrm>
            <a:off x="6665976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15784" y="1664208"/>
            <a:ext cx="292608" cy="29260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2" name="Text 20"/>
          <p:cNvSpPr/>
          <p:nvPr/>
        </p:nvSpPr>
        <p:spPr>
          <a:xfrm>
            <a:off x="7287768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37576" y="1664208"/>
            <a:ext cx="292608" cy="292608"/>
          </a:xfrm>
          <a:prstGeom prst="ellipse">
            <a:avLst/>
          </a:pr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1975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リン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2331720"/>
            <a:ext cx="36941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体力の余裕（この資料では「余白」と呼びます）は6人ともバラバラです。人間と同じように。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村人に渡すのは、自分の体力の数字と、チャットの文面だけ。この村で「続ける文化」がひとりでに生まれるのか——チャットが「ある村」と「ない村」を用意して、観察します。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発言はすべて実際のログの原文（GitHubで全文公開: experiments/EXP-001）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チャットのある村では、科学者チームが生まれた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そして——驚くことに、ランニングはほとんど続かなかった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71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村人たちの実際の発言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00200"/>
            <a:ext cx="369417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「全員休みだと情報が増えないので、私が代表して試してみます」（2日目）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ある村人が「回復量は体力に比例するのでは」という予想に「比例仮説」と名前を付けると、翌日には他の村人がその名前で議論を始めました。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さらには「二人が同じ条件で試して、結果が一致するか確かめよう」——確認実験のやり方まで、自分たちで発明したのです。</a:t>
            </a:r>
            <a:endParaRPr lang="en-US" sz="1150" dirty="0"/>
          </a:p>
        </p:txBody>
      </p:sp>
      <p:pic>
        <p:nvPicPr>
          <p:cNvPr id="8" name="Image 0" descr="deliverables/figs/village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43000"/>
            <a:ext cx="402336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3511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図の読み方：■＝その日やった（歯抜け＝休み）。下の線は体力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384048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396849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7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ところが、30日間続けられたのは6人中たった1人でした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6072" y="4297680"/>
            <a:ext cx="7991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みんなで法則を調べるために「やる日」と「休む日」を交互に切り替えたせいで、ルール②の「続けた人だけ得をする」仕組みに誰も乗れなかったのです。賢くなったのに、続かなかった。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同じ能力設定の6人をコピーし、チャットだけを消した対照実験（EXP-004）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チャットのない村では、黙々と続いた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まったく同じ6人の村から、チャットだけを取り上げてみると——</a:t>
            </a:r>
            <a:endParaRPr lang="en-US" sz="1250" dirty="0"/>
          </a:p>
        </p:txBody>
      </p:sp>
      <p:pic>
        <p:nvPicPr>
          <p:cNvPr id="5" name="Image 0" descr="deliverables/figs/village_qui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44348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11887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85232" y="131673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6人中5人が続いた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85232" y="1645920"/>
            <a:ext cx="3282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ひとりぼっちの村人たちは、黙って試し、体力に余裕が出てくるのを自分で実感し、そのまま続けました。■がびっしり並んだ図が、その証拠です。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0" y="2834640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85232" y="296265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では、チャットは習慣の敵なのか？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85232" y="3291840"/>
            <a:ext cx="32826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「仲間がいれば続く」どころか、正反対に見えます。……ですが、結論を急いではいけません。ここまでは、まだ最初の村ひとつの話。村人の顔ぶれを変えて、何度も確かめる必要があります。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約束の原文と全データはGitHubで公開（実験カードEXP-001・RESULTS.md）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5つの村で確かめたら、結論はひっくり返った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最初の村の結果を見た直後、追試の前に約束を文書化：「1つでも逆の村が出たら、この説は捨てる」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30日間続けた人数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村1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村2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村3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村4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5A059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村5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チャットあり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D7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5D75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3/6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チャットなし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4/6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2/6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CECE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5/6</a:t>
                      </a:r>
                      <a:endParaRPr lang="en-US" sz="12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村2と村4では、チャットありの方がむしろ続いた（赤字）。「チャットは敵」も間違いだった。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298448"/>
            <a:ext cx="2560320" cy="1947672"/>
          </a:xfrm>
          <a:prstGeom prst="roundRect">
            <a:avLst>
              <a:gd name="adj" fmla="val 2817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4264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D7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だから、捨てました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36792" y="1755648"/>
            <a:ext cx="223113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「チャットは習慣の敵」説は、約束の基準に当てはまったため取り下げました。取り下げの経緯を含む全データを、そのまま公開しています。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3429000"/>
            <a:ext cx="8321040" cy="1234440"/>
          </a:xfrm>
          <a:prstGeom prst="roundRect">
            <a:avLst>
              <a:gd name="adj" fmla="val 4444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355701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5つの村が本当に示したこと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6072" y="3886200"/>
            <a:ext cx="79918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人の村人のうち続いたのは、チャットあり18人・なし20人。この規模で言えるのは「差があるともないとも言い切れない」まで。少なくとも「仲間がいれば続く」は確認できませんでした。——その代わり、全部の村に共通する発見が、2つ残ったので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検出プログラムと全記録はGitHubで公開。追試：記号名の村(EXP-007)・12人の村(008)・別のAIの村(009)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発見①：どの村にも必ず生まれた「名前を付けて広める文化」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チャットのある村では5戦5勝、ない村では5戦0勝 —— これがこの実験で見つけた創発です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23360" cy="2331720"/>
          </a:xfrm>
          <a:prstGeom prst="roundRect">
            <a:avLst>
              <a:gd name="adj" fmla="val 2353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7101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何が起きたか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00200"/>
            <a:ext cx="369417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のある村では毎回、誰に教えられたわけでもないのに、村人が法則の予想に名前を付け（「比例仮説」「20説」、村4ではなんと正解に当たる「連続A回数依存説」）、それが村の共通語になりました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5つの村すべてで起き、チャットのない5村では一度も起きない——偶然でこの結果になる確率は約0.4%です。</a:t>
            </a:r>
            <a:endParaRPr lang="en-US" sz="1150" dirty="0"/>
          </a:p>
        </p:txBody>
      </p:sp>
      <p:pic>
        <p:nvPicPr>
          <p:cNvPr id="8" name="Image 0" descr="deliverables/figs/propag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143000"/>
            <a:ext cx="4023360" cy="1965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09160" y="31821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追試（記号名・12人・別のAI）でも、同じ文化が生まれました。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3840480"/>
            <a:ext cx="8321040" cy="868680"/>
          </a:xfrm>
          <a:prstGeom prst="roundRect">
            <a:avLst>
              <a:gd name="adj" fmla="val 6316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396849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よくある指摘に、先に答えます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6072" y="4297680"/>
            <a:ext cx="7991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「チャットが無ければ共通語が生まれないのは当然だ」という指摘はその通りです。私たちの主張は「生まれ得る」ではなく——一度も例外なく、毎回、誰にも教えられずに生まれる、ということです。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全13実験・延べ84人の集計。救出例の詳細はGitHubのRESULTS.mdに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発見②：習慣は「意志」ではなく「余白」でできている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どの村にも共通していた、もう一つの事実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脱落しやすいのは、余白の少ない村人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36941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どの村でも、続けられなかったのは体力の余白が少ない村人でした。余白が下位の村人は84%が脱落、余裕のある村人の脱落は16%。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彼らは怠けたのではありません。試す意志はあり、実際に何度も試しています。ただ、効果が出るまでの数日間を持ちこたえる余白がなかったのです。（村5では例外もあり、「必ず」ではなく「強い傾向」です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ただし、希望もある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3752" y="1645920"/>
            <a:ext cx="36941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ある村では、本来脱落するはずだった余白の少ない村人が、仲間のチャットから「続けると回復が増えるらしい」という気づきを受け取り、続けることに成功しました。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仲間の本当の価値は「励まし」ではなく、自分では気づけない法則を運んでくれることなのかもしれません。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657600"/>
            <a:ext cx="8321040" cy="1005840"/>
          </a:xfrm>
          <a:prstGeom prst="roundRect">
            <a:avLst>
              <a:gd name="adj" fmla="val 5455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78561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問いへの答え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" y="4114800"/>
            <a:ext cx="7991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習慣は何でできているか——「効果を実感できる日まで持ちこたえる余白」と「因果への気づき」でできている。意志の力は、この2つの前では脇役でした。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換算式と出典（厚労省・経産省の公的統計）はGitHubのtools/convert_macro.pyに。予測ではなく規模の見積もり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この発見は、何の役に立つのか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国家のお金と、実際のサービスへ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国家スケールの値打ち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国民のうち「続けられる人」を100人中10人増やせる仕組みがあれば、医療費の削減と働く力の向上で、年間およそ0.46〜1.44兆円の価値になります。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（幅があるのは、医療費への効果の見積もりに研究ごとの差があるため。公的統計から機械的に計算した規模感で、将来の予測ではありません）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実サービス・セカプラへの3つの知見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3752" y="1645920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余白の少ない会員ほど脱落しやすい。伴走支援の急所は「効果を実感する日まで」の最初の数日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チャットのある村で起きた「調べ合いに偏って実践が止まる」失敗は、5村中1村とはいえ実際に起こる。コミュニティ設計で先回りして潰すべきリスク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共通語が生まれているかどうかは、コミュニティの健康診断の指標になる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8321040" cy="960120"/>
          </a:xfrm>
          <a:prstGeom prst="roundRect">
            <a:avLst>
              <a:gd name="adj" fmla="val 5714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83133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「導入前のお試し実験場」として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" y="4160520"/>
            <a:ext cx="79918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この装置は、会員制度・教育・行政の施策など「入れてから戻せない仕組み」の副作用を、導入前に安全に観察するために、そのまま使い回せます。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github.com/kyomei-community/hackathon ｜ 全実験のログ・設定・判定基準・可視化動画を公開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この結果は、信用できるのか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「創発を見た」と言い張らないための仕組みを、先に作りました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4つの検証をすべて通過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6072" y="1645920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 誘導していない：「習慣」「協力」など25個の禁止語がAIへの指示文に無いことをプログラムで証明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 個人の癖ではなく、集団の現象である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 再現する：5つの村＋記号名の村＋12人の村＋別のAIの村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④ 判定の枠組みは実験前に、棄却の約束は追試の前に、文書で確定（あと出しなし）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31673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これから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3752" y="1645920"/>
            <a:ext cx="36941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・今の規模（6人×30日）は、全実験を検証しきれる最小構成として選んだもの。GPU環境での大規模・長期化へ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・「朝の運動」という意味を与えた村との比較や、伴走を途中で外す実験（サポート終了後も習慣は残るか）へ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・検証の枠組み（4つの検証＋約束の文書化）そのものを、論文の形へ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703320"/>
            <a:ext cx="8321040" cy="960120"/>
          </a:xfrm>
          <a:prstGeom prst="roundRect">
            <a:avLst>
              <a:gd name="adj" fmla="val 5714"/>
            </a:avLst>
          </a:prstGeom>
          <a:solidFill>
            <a:srgbClr val="191D26"/>
          </a:solidFill>
          <a:ln w="12700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831336"/>
            <a:ext cx="7991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A05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むすび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" y="4160520"/>
            <a:ext cx="79918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CECE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国家の体力は、毎朝の習慣でできている。——そして習慣は、余白と気づきでできている。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国家の体力は、毎朝の習慣でできている。</dc:title>
  <dc:subject>PptxGenJS Presentation</dc:subject>
  <dc:creator>Kenta Tanaka (Kyomei)</dc:creator>
  <cp:lastModifiedBy>Kenta Tanaka (Kyomei)</cp:lastModifiedBy>
  <cp:revision>1</cp:revision>
  <dcterms:created xsi:type="dcterms:W3CDTF">2026-08-30T06:35:54Z</dcterms:created>
  <dcterms:modified xsi:type="dcterms:W3CDTF">2026-08-30T06:35:54Z</dcterms:modified>
</cp:coreProperties>
</file>